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77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QUINTA-FEIRA, 20/08/2026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Simulado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566928" y="19385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5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prova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285292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metodos novos, no formato exato da prova de amanha. Nenhum repete os dez de ontem, e todos usam so o que voce ja aprendeu. Voce escreve, o programa testa sozinho, e no fim voce clica em Enviar.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886200"/>
            <a:ext cx="1342339" cy="384048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9525">
            <a:solidFill>
              <a:srgbClr val="8B5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886200"/>
            <a:ext cx="1342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quem e voce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55571" y="3886200"/>
            <a:ext cx="1539850" cy="384048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9525">
            <a:solidFill>
              <a:srgbClr val="8B5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5571" y="3886200"/>
            <a:ext cx="1539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senhas fracas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41725" y="3886200"/>
            <a:ext cx="1046074" cy="384048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9525">
            <a:solidFill>
              <a:srgbClr val="8B5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1725" y="3886200"/>
            <a:ext cx="1046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atalho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34102" y="3886200"/>
            <a:ext cx="947318" cy="384048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9525">
            <a:solidFill>
              <a:srgbClr val="8B5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4102" y="3886200"/>
            <a:ext cx="9473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media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27725" y="3886200"/>
            <a:ext cx="1441094" cy="384048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9525">
            <a:solidFill>
              <a:srgbClr val="8B5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27725" y="3886200"/>
            <a:ext cx="14410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 uma linha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15123" y="3886200"/>
            <a:ext cx="1441094" cy="384048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9525">
            <a:solidFill>
              <a:srgbClr val="8B5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15123" y="3886200"/>
            <a:ext cx="14410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maior nome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202522" y="3886200"/>
            <a:ext cx="1638605" cy="384048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9525">
            <a:solidFill>
              <a:srgbClr val="8B5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02522" y="3886200"/>
            <a:ext cx="16386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quantas contas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361688"/>
            <a:ext cx="1441094" cy="384048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9525">
            <a:solidFill>
              <a:srgbClr val="8B5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361688"/>
            <a:ext cx="14410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 contrario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154326" y="4361688"/>
            <a:ext cx="1144829" cy="384048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9525">
            <a:solidFill>
              <a:srgbClr val="8B5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54326" y="4361688"/>
            <a:ext cx="11448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vizinho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45459" y="4361688"/>
            <a:ext cx="1934870" cy="384048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9525">
            <a:solidFill>
              <a:srgbClr val="8B5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5459" y="4361688"/>
            <a:ext cx="19348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posicao na fila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526634" y="4361688"/>
            <a:ext cx="1046074" cy="384048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9525">
            <a:solidFill>
              <a:srgbClr val="8B5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6634" y="4361688"/>
            <a:ext cx="1046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51389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abas  ·  duas rodadas  ·  nenhum assunto novo: hoje e so treino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928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UC12  ·  Tecnico em Informatica  ·  Senac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QUE NAO CAI AMANHA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dez do simulado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ESTREIA UM PADRAO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9928"/>
          <a:ext cx="6537960" cy="914400"/>
        </p:xfrm>
        <a:graphic>
          <a:graphicData uri="http://schemas.openxmlformats.org/drawingml/2006/table">
            <a:tbl>
              <a:tblPr/>
              <a:tblGrid>
                <a:gridCol w="347472"/>
                <a:gridCol w="2331720"/>
                <a:gridCol w="3858768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padrao que estreia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MeuNome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unico sem pegadinha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ContarSenhasFracas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contar sem parar no primeiro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TelaDoAtalho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switch, case e 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MediaTamanhoSenha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somar, dividir, e o zero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ListarLogins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separador vai entre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NomeMaisLongo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guardar o melhor ate agora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ResumoDaTurma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cadeia de if sobre o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for que anda para tras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LoginIgualAoAnterior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com o item anterior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PosicaoDoLogin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while com dois motivos de parar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duas listas ao mesmo tempo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60920" y="1417320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DE FORA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60920" y="1709928"/>
            <a:ext cx="4270248" cy="2263597"/>
          </a:xfrm>
          <a:prstGeom prst="roundRect">
            <a:avLst>
              <a:gd name="adj" fmla="val 1616"/>
            </a:avLst>
          </a:prstGeom>
          <a:solidFill>
            <a:srgbClr val="FBEBEE"/>
          </a:solidFill>
          <a:ln w="9525">
            <a:solidFill>
              <a:srgbClr val="B02A3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62088" y="1911096"/>
            <a:ext cx="310896" cy="310896"/>
          </a:xfrm>
          <a:prstGeom prst="ellipse">
            <a:avLst/>
          </a:prstGeom>
          <a:solidFill>
            <a:srgbClr val="B02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62088" y="1911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01000" y="18745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cai amanha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001000" y="2130552"/>
            <a:ext cx="3401568" cy="1751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banco de dados, MySQL e SQL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 get; set; } - as propriedades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construtor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heranca, polimorfismo e encapsulamento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vetor, ordenacao e recursividade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classe Postagem e o mural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60920" y="4174693"/>
            <a:ext cx="4270248" cy="1794510"/>
          </a:xfrm>
          <a:prstGeom prst="roundRect">
            <a:avLst>
              <a:gd name="adj" fmla="val 2038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62088" y="4375861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62088" y="43758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001000" y="4339285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repete a Aula 12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001000" y="4595317"/>
            <a:ext cx="3401568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dez de ontem eram pedacos do Conecta. Estes dez sao outros metodos, com os mesmos ingredientes. Se voce fez os de ontem, tem tudo o que precisa.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ISTO ANTES DE COMECAR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aplicativo funciona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6537960" cy="77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assunto ocupa duas paginas: a primeira explica e mostra um exemplo, a segunda traz o desafio que voce escreve no computador. Leia a primeira, faca a segunda.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2285543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CICLO, E ELE NAO TEM ATALHO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78151"/>
          <a:ext cx="653796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1264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Leia a aba e escreva o metodo em Desafios.cs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Salve com Ctrl +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FECHE o programa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Rode de novo com F5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4772711"/>
            <a:ext cx="6537960" cy="1325423"/>
          </a:xfrm>
          <a:prstGeom prst="roundRect">
            <a:avLst>
              <a:gd name="adj" fmla="val 2760"/>
            </a:avLst>
          </a:prstGeom>
          <a:solidFill>
            <a:srgbClr val="FDF3E2"/>
          </a:solidFill>
          <a:ln w="9525">
            <a:solidFill>
              <a:srgbClr val="9C63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096" y="4973879"/>
            <a:ext cx="310896" cy="310896"/>
          </a:xfrm>
          <a:prstGeom prst="ellipse">
            <a:avLst/>
          </a:prstGeom>
          <a:solidFill>
            <a:srgbClr val="9C6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49738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07008" y="4937303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passo 3 nao e opcional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207008" y="5193335"/>
            <a:ext cx="5669280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seu codigo e compilado quando voce roda. Com o programa aberto, editar o arquivo nao muda nada na tela - e o botao Conferir de novo tambem nao.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60920" y="1417320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HOJE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60920" y="1709928"/>
            <a:ext cx="4270248" cy="1559966"/>
          </a:xfrm>
          <a:prstGeom prst="roundRect">
            <a:avLst>
              <a:gd name="adj" fmla="val 2345"/>
            </a:avLst>
          </a:prstGeom>
          <a:solidFill>
            <a:srgbClr val="F4F1F9"/>
          </a:solidFill>
          <a:ln w="9525">
            <a:solidFill>
              <a:srgbClr val="5C2D9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62088" y="1911096"/>
            <a:ext cx="310896" cy="310896"/>
          </a:xfrm>
          <a:prstGeom prst="ellipse">
            <a:avLst/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62088" y="1911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001000" y="18745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abas ja nascem abertas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001000" y="2130552"/>
            <a:ext cx="3401568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Empacou numa? Pule e volte depois. Nenhuma aba esconde a seguinte - numa prova isso seria injusto, e num simulado so atrapalharia.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360920" y="3452774"/>
            <a:ext cx="4270248" cy="1325423"/>
          </a:xfrm>
          <a:prstGeom prst="roundRect">
            <a:avLst>
              <a:gd name="adj" fmla="val 2760"/>
            </a:avLst>
          </a:prstGeom>
          <a:solidFill>
            <a:srgbClr val="F4F1F9"/>
          </a:solidFill>
          <a:ln w="9525">
            <a:solidFill>
              <a:srgbClr val="5C2D9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62088" y="3653942"/>
            <a:ext cx="310896" cy="310896"/>
          </a:xfrm>
          <a:prstGeom prst="ellipse">
            <a:avLst/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62088" y="365394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001000" y="361736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tem mini-tela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001000" y="3873398"/>
            <a:ext cx="3401568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que vale sao os testes, e nao brincar com os dados. E assim que a prova de amanha vai ser.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360920" y="4961077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CORES DO CODIGO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360920" y="5253685"/>
            <a:ext cx="427024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CD3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525512" y="5381701"/>
            <a:ext cx="45720" cy="310896"/>
          </a:xfrm>
          <a:prstGeom prst="rect">
            <a:avLst/>
          </a:prstGeom>
          <a:solidFill>
            <a:srgbClr val="8B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71816" y="5381701"/>
            <a:ext cx="1677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com barra roxa = voce escreve agora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9587484" y="5381701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0181844" y="5381701"/>
            <a:ext cx="1266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cinza e em italico = ja esta no arquivo, nao redigite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ELA TEM DUAS METADES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prova e amanha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653796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Sexta-feira, 21/08. Sao cinco questoes praticas no computador e cinco perguntas orais, individuais. As duas metades valem nota.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2168042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PRATICA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2460650"/>
            <a:ext cx="6537960" cy="77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aplicativo de hoje, com cinco metodos diferentes - da mesma familia destes dez. Zero surpresa de mecanica: voce vai ter usado o formato tres noites seguidas.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365449"/>
            <a:ext cx="6537960" cy="1325423"/>
          </a:xfrm>
          <a:prstGeom prst="roundRect">
            <a:avLst>
              <a:gd name="adj" fmla="val 2760"/>
            </a:avLst>
          </a:prstGeom>
          <a:solidFill>
            <a:srgbClr val="FDF3E2"/>
          </a:solidFill>
          <a:ln w="9525">
            <a:solidFill>
              <a:srgbClr val="9C6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3566617"/>
            <a:ext cx="310896" cy="310896"/>
          </a:xfrm>
          <a:prstGeom prst="ellipse">
            <a:avLst/>
          </a:prstGeom>
          <a:solidFill>
            <a:srgbClr val="9C6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5666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07008" y="3530041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na prova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07008" y="3786073"/>
            <a:ext cx="5669280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explicacao e a dica somem da tela. Fica o enunciado, o seu codigo e os testes. Por isso o que voce precisa levar na cabeca esta na folha de revisao, no fim desta apostila.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873752"/>
            <a:ext cx="6537960" cy="1325423"/>
          </a:xfrm>
          <a:prstGeom prst="roundRect">
            <a:avLst>
              <a:gd name="adj" fmla="val 2760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" y="5074920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5074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503834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pelo desafio 0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5294376"/>
            <a:ext cx="5669280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seu nome, escrito dentro do codigo. Sem ele o botao Enviar nao funciona - e o professor nao teria como saber de quem sao as respostas.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60920" y="1444752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ORAL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60920" y="1737360"/>
            <a:ext cx="427024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perguntas, uma a uma, enquanto o resto da turma continua a parte pratica.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60920" y="2372868"/>
            <a:ext cx="4270248" cy="2029054"/>
          </a:xfrm>
          <a:prstGeom prst="roundRect">
            <a:avLst>
              <a:gd name="adj" fmla="val 1803"/>
            </a:avLst>
          </a:prstGeom>
          <a:solidFill>
            <a:srgbClr val="F4F1F9"/>
          </a:solidFill>
          <a:ln w="9525">
            <a:solidFill>
              <a:srgbClr val="5C2D9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62088" y="2574036"/>
            <a:ext cx="310896" cy="310896"/>
          </a:xfrm>
          <a:prstGeom prst="ellipse">
            <a:avLst/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25740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01000" y="253746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sobre o SEU codigo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001000" y="2793492"/>
            <a:ext cx="3401568" cy="1516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e teoria decorada. As perguntas sao sobre o que voce acabou de escrever na prova: por que o return esta ali, por que o laco e aquele, o que acontece se a lista chegar vazia.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60920" y="4584802"/>
            <a:ext cx="4270248" cy="1794510"/>
          </a:xfrm>
          <a:prstGeom prst="roundRect">
            <a:avLst>
              <a:gd name="adj" fmla="val 2038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2088" y="4785970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2088" y="47859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01000" y="474939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treinar hoje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001000" y="5005426"/>
            <a:ext cx="3401568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correcao do projetor, tente explicar em voz alta antes de olhar a resposta. Quem consegue dizer por que o codigo funciona ja respondeu a oral.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8B5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896112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13258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tudo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224528" y="2468880"/>
            <a:ext cx="7406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 voce - o seu nome dentro do codigo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UNICO SEM PEGADINHA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 voce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6537960" cy="54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coisa: o professor precisa saber de quem sao estas respostas. E voce escreve isso no proprio codigo, como todo o resto.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2105863"/>
            <a:ext cx="6537960" cy="77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metodo que devolve texto e a coisa mais simples que existe em C#: ele nao recebe nada, nao percorre nada, nao decide nada. So entrega um valor com return.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2964942"/>
            <a:ext cx="6537960" cy="54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o seu nome completo entre as aspas. Nome e sobrenome - o professor tem trinta alunos e alguns primeiros nomes se repetem.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3589477"/>
            <a:ext cx="6537960" cy="77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escreve isto UMA vez. Diferente de uma caixa de texto na tela, o que esta no codigo continua la depois de fechar o programa e rodar de novo com F5.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1773936"/>
            <a:ext cx="4270248" cy="1165860"/>
          </a:xfrm>
          <a:prstGeom prst="roundRect">
            <a:avLst>
              <a:gd name="adj" fmla="val 4706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88936" y="19568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88936" y="21568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88936" y="23568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"Serra"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88936" y="25568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79208" y="3049524"/>
            <a:ext cx="4270248" cy="454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parametro, sem laco, sem if. So o return com o valor entre aspas.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60920" y="3650285"/>
            <a:ext cx="4270248" cy="1090879"/>
          </a:xfrm>
          <a:prstGeom prst="roundRect">
            <a:avLst>
              <a:gd name="adj" fmla="val 3353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62088" y="3851453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62088" y="38514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01000" y="3814877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esta frase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01000" y="4070909"/>
            <a:ext cx="3401568" cy="578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metodo que devolve texto: sem parametro, sem laco, so o return.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ESCREVE ESTA PARTE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0: MeuNome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653796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Devolva o seu nome completo, com nome e sobrenome. E so escrever entre as aspas. Sem este desafio resolvido o botao Enviar nao funciona - o professor nao teria como saber de quem sao as respostas.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430475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METODO QUE VOCE COMPLETA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723083"/>
            <a:ext cx="6537960" cy="1203960"/>
          </a:xfrm>
          <a:prstGeom prst="roundRect">
            <a:avLst>
              <a:gd name="adj" fmla="val 4557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905963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MeuNome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" y="3115513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" y="3325063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" y="3534613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4109923"/>
            <a:ext cx="6537960" cy="1090879"/>
          </a:xfrm>
          <a:prstGeom prst="roundRect">
            <a:avLst>
              <a:gd name="adj" fmla="val 3353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4311091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43110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07008" y="4274515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07008" y="4530547"/>
            <a:ext cx="5669280" cy="578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uma linha so: o return com o seu nome entre aspas. Nao apague as aspas.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CORRETOR VAI TESTAR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73936"/>
          <a:ext cx="4270248" cy="914400"/>
        </p:xfrm>
        <a:graphic>
          <a:graphicData uri="http://schemas.openxmlformats.org/drawingml/2006/table">
            <a:tbl>
              <a:tblPr/>
              <a:tblGrid>
                <a:gridCol w="427024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testes que o corretor roda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seu nome completo, com nome e sobrenome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360920" y="2724912"/>
            <a:ext cx="4270248" cy="1794510"/>
          </a:xfrm>
          <a:prstGeom prst="roundRect">
            <a:avLst>
              <a:gd name="adj" fmla="val 2038"/>
            </a:avLst>
          </a:prstGeom>
          <a:solidFill>
            <a:srgbClr val="FDF3E2"/>
          </a:solidFill>
          <a:ln w="9525">
            <a:solidFill>
              <a:srgbClr val="9C63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62088" y="2926080"/>
            <a:ext cx="310896" cy="310896"/>
          </a:xfrm>
          <a:prstGeom prst="ellipse">
            <a:avLst/>
          </a:prstGeom>
          <a:solidFill>
            <a:srgbClr val="9C6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62088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001000" y="288950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 primeiro nome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001000" y="3145536"/>
            <a:ext cx="3401568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 sobrenome. Com trinta alunos, so o primeiro nome nao identifica ninguem - e o teste desta aba recusa nome sem sobrenome de proposito.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8B5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896112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13258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Rodada 1 - o nivel da prova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224528" y="2468880"/>
            <a:ext cx="7406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fracas - contar sem parar no primeiro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atalho - switch, case e default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 - somar, dividir, e o zero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linha - o separador vai entre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nome - guardar o melhor ate agora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SEM PARAR NO PRIMEIRO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Senhas fracas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77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laco que voce escreveu ate ontem procurava UMA coisa: achou, saiu na hora. Contar e o contrario disso. Nao existe sair mais cedo, porque a resposta so fica pronta quando a ultima conta ja foi olhada.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2340407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isso existe o acumulador: uma variavel int que nasce ANTES do laco, valendo zero, e cresce dentro dele. Ela precisa nascer antes por um motivo simples. Se nascesse dentro, cada volta criaria uma variavel nova e zerada, e o total nunca passaria de um.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3434029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sobre si mesma e o coracao da coisa. Escrever fracas = fracas + 1 quer dizer: pegue o valor que fracas tem agora, some um, e guarde de volta em fracas. Nao e equacao de matematica. O sinal de igual aqui e atribuicao, e o lado direito e calculado primeiro.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4527652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return muda de lugar. Nos desafios de busca ele saia de dentro do laco, porque achar uma ja bastava. Aqui ele fica DEPOIS do laco, sozinho, porque o total so esta pronto quando a ultima conta ja foi olhada.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773936"/>
            <a:ext cx="4270248" cy="2566035"/>
          </a:xfrm>
          <a:prstGeom prst="roundRect">
            <a:avLst>
              <a:gd name="adj" fmla="val 2138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8936" y="19568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atrasados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88936" y="23568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emprestimos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88936" y="25568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88936" y="27569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88936" y="29569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88936" y="31569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atrasados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atrasados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88936" y="33569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88936" y="35570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88936" y="39570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atrasados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79208" y="4449699"/>
            <a:ext cx="4270248" cy="65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 nasce fora, cresce dentro, e sai depois. Aqui o criterio e o prazo de um emprestimo; no seu desafio o criterio e outro.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60920" y="5250256"/>
            <a:ext cx="4270248" cy="1325423"/>
          </a:xfrm>
          <a:prstGeom prst="roundRect">
            <a:avLst>
              <a:gd name="adj" fmla="val 2760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62088" y="5451424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62088" y="5451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01000" y="541484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esta frase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001000" y="5670880"/>
            <a:ext cx="3401568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contador nasce ANTES do laco, soma sobre ele mesmo dentro, e so e devolvido depois.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ESCREVE ESTA PARTE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1: ContarSenhasFracas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Percorra as contas e devolva QUANTAS tem senha com menos caracteres do que o minimo que chegou. Nao existe achar aqui: o metodo tem que olhar ate a ultima conta antes de responder. Lista vazia devolve zero.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673706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METODO QUE VOCE COMPLETA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966314"/>
            <a:ext cx="6537960" cy="1413510"/>
          </a:xfrm>
          <a:prstGeom prst="roundRect">
            <a:avLst>
              <a:gd name="adj" fmla="val 3881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14919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ContarSenhasFracas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" y="335874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" y="356829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377784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" y="398739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562704"/>
            <a:ext cx="6537960" cy="1559966"/>
          </a:xfrm>
          <a:prstGeom prst="roundRect">
            <a:avLst>
              <a:gd name="adj" fmla="val 2345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" y="4763872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4763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7008" y="472729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07008" y="4983328"/>
            <a:ext cx="566928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 variavel do total ANTES do foreach, valendo zero, e faca ela crescer dentro do laco quando o if for verdadeiro. Para medir a senha use u.Senha.Length, o mesmo Length do porteiro de ontem. O return fica depois do laco, sozinho.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CORRETOR VAI TESTAR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73936"/>
          <a:ext cx="4270248" cy="914400"/>
        </p:xfrm>
        <a:graphic>
          <a:graphicData uri="http://schemas.openxmlformats.org/drawingml/2006/table">
            <a:tbl>
              <a:tblPr/>
              <a:tblGrid>
                <a:gridCol w="427024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testes que o corretor roda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duas senhas com menos de 4 -&gt; devolve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 fraca -&gt; zero e nao a quantidade de contas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 fracas -&gt; o total tem que chegar a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agora o minimo e 6 -&gt; quem fixou o 4 no codigo erra aqui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senha em branco tem zero caracteres e zero e menos que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 lista vazia -&gt; zero e o foreach nao entra nenhuma vez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7379208" y="4736592"/>
            <a:ext cx="4270248" cy="105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que nao acumula: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fracas = 1 em vez de fracas = fracas + 1 parece igual e nao e. O total para em um e fica ali, por mais contas fracas que aparecerem depois. O teste com uma conta fraca so passa, e todos os outros denunciam.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TOTAL = 1 NAO E TOTAL = TOTAL + 1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contador que acumula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6537960" cy="828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e a coisa mais comum que se faz com uma lista, e ela aparece em tres desafios de hoje: o 1, o 6 e o 10. Vale a pena entender uma vez so.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2456536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749144"/>
            <a:ext cx="6537960" cy="2566035"/>
          </a:xfrm>
          <a:prstGeom prst="roundRect">
            <a:avLst>
              <a:gd name="adj" fmla="val 2138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932024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fracas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4944" y="3332074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4944" y="3532099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4944" y="3732124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minimo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4944" y="3932149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4944" y="4132174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fracas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fracas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4944" y="4332199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4944" y="4532224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4944" y="4932274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fracas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5216" y="5498059"/>
            <a:ext cx="6537960" cy="454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nao para no primeiro: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de procurar, contar tem que olhar ate a ultima conta. Um return dentro do if aqui devolveria 1 e iria embora.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1773936"/>
            <a:ext cx="4270248" cy="565785"/>
          </a:xfrm>
          <a:prstGeom prst="roundRect">
            <a:avLst>
              <a:gd name="adj" fmla="val 9697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88936" y="19568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fracas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60920" y="2486025"/>
            <a:ext cx="4270248" cy="1794510"/>
          </a:xfrm>
          <a:prstGeom prst="roundRect">
            <a:avLst>
              <a:gd name="adj" fmla="val 2038"/>
            </a:avLst>
          </a:prstGeom>
          <a:solidFill>
            <a:srgbClr val="FBEBEE"/>
          </a:solidFill>
          <a:ln w="9525">
            <a:solidFill>
              <a:srgbClr val="B02A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62088" y="2687193"/>
            <a:ext cx="310896" cy="310896"/>
          </a:xfrm>
          <a:prstGeom prst="ellipse">
            <a:avLst/>
          </a:prstGeom>
          <a:solidFill>
            <a:srgbClr val="B02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2088" y="26871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01000" y="2650617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 para em 1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001000" y="2906649"/>
            <a:ext cx="3401568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e que ele nao conte: e que ele conta sempre a mesma coisa. Toda volta joga 1 no lugar do que ja estava la. Com tres senhas fracas o metodo devolve 1.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360920" y="4463415"/>
            <a:ext cx="4270248" cy="1794510"/>
          </a:xfrm>
          <a:prstGeom prst="roundRect">
            <a:avLst>
              <a:gd name="adj" fmla="val 2038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62088" y="4664583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62088" y="46645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01000" y="4628007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tres partes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001000" y="4884039"/>
            <a:ext cx="3401568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contador nasce ANTES do laco, soma sobre ele mesmo DENTRO, e e devolvido DEPOIS. Trocar qualquer uma das tres de lugar muda a resposta.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SWITCH, CASE E DEFAULT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atalho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77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Conecta tem teclas de atalho, e a pergunta e sempre a mesma: qual tecla o usuario apertou? Quando as opcoes sao valores exatos de uma variavel so, o switch diz isso mais limpo do que uma fila de if.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2340407"/>
            <a:ext cx="6537960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switch compara SO igualdade. Ele nao sabe testar maior que, nem menor que, nem juntar duas condicoes com &amp;&amp;. Para faixas e condicoes compostas a ferramenta continua sendo o if / else if - foi por isso que na calculadora a divisao por zero ficou no if e a escolha da operacao coube no switch.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3668573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valores comparados aqui sao TEXTO, entao vao entre aspas: case "F2", e nao case F2. Cada case termina com break, que diz: acabou o meu pedaco, pule para depois do switch. Sem o break o projeto nem compila - o compilador para com CS0163.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4762195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default e o case de todo o resto. Ele responde por qualquer tecla que voce nao escreveu. Atalho sem default e atalho que fica mudo quando o usuario aperta a tecla errada, e o usuario sempre aperta a tecla errada.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773936"/>
            <a:ext cx="4270248" cy="3966210"/>
          </a:xfrm>
          <a:prstGeom prst="roundRect">
            <a:avLst>
              <a:gd name="adj" fmla="val 1383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8936" y="19568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88936" y="23568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88936" y="25568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88936" y="27569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88936" y="29569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"Manha"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88936" y="31569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88936" y="35570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88936" y="37570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"Noite"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88936" y="39570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88936" y="43571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88936" y="45571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"Turno desconhecido"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88936" y="47571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88936" y="49571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88936" y="53572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79208" y="5849874"/>
            <a:ext cx="4270248" cy="454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variavel nasce antes do switch, cada case guarda o seu valor, e o return fica depois de tudo, um so.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85216" y="5910682"/>
            <a:ext cx="6537960" cy="454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esta frase: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compara so igualdade. Todo case termina com break, e o default responde por todo o resto.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ESCREVE ESTA PARTE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2: TelaDoAtalho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Conecta recebe o nome da tecla que o usuario apertou e devolve a tela que deve abrir. Use switch: F2 devolve Nova conta, F3 devolve Procurar, F4 devolve Mural e F8 devolve Sair do Conecta. Qualquer outra tecla devolve a frase Atalho sem uso. com o ponto final incluido.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916936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METODO QUE VOCE COMPLETA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209544"/>
            <a:ext cx="6537960" cy="1203960"/>
          </a:xfrm>
          <a:prstGeom prst="roundRect">
            <a:avLst>
              <a:gd name="adj" fmla="val 4557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39242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TelaDoAtalho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tecla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" y="360197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" y="381152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402107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596384"/>
            <a:ext cx="6537960" cy="1559966"/>
          </a:xfrm>
          <a:prstGeom prst="roundRect">
            <a:avLst>
              <a:gd name="adj" fmla="val 2345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4797552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79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476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07008" y="5017008"/>
            <a:ext cx="566928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quatro case e um default. Os valores sao texto, entao vao entre aspas. Cada case termina com break, senao o projeto nem roda. O default nao e enfeite: ele e a resposta para toda tecla que voce nao listou.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CORRETOR VAI TESTAR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73936"/>
          <a:ext cx="4270248" cy="914400"/>
        </p:xfrm>
        <a:graphic>
          <a:graphicData uri="http://schemas.openxmlformats.org/drawingml/2006/table">
            <a:tbl>
              <a:tblPr/>
              <a:tblGrid>
                <a:gridCol w="427024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testes que o corretor roda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F2 -&gt; a tela de cadastro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F3 -&gt; a busca de contas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F4 -&gt; o mural de recados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F8 -&gt; o ultimo case e nao esqueca dele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tecla que nao esta no switch -&gt; cai no default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 texto vazio tambem cai no default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7379208" y="4736592"/>
            <a:ext cx="4270248" cy="1453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default que faltou: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default, a tecla que nao esta em nenhum case nao entra em lugar nenhum: a variavel continua com o valor com que nasceu e o metodo devolve texto vazio. Na tela isso vira um atalho que nao faz nada e nao explica nada. E se faltar um break, nem chega a rodar: o compilador para com CS0163 e a aba inteira fica vermelha.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SOMAR, DIVIDIR, E O ZERO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e soma dividida pela quantidade. A soma voce acabou de fazer no desafio 1: um acumulador que nasce antes do laco e cresce dentro dele. A quantidade a lista entrega pronta, no Count. O que este metodo cobra e juntar as duas coisas na ordem certa.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2574950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ai aparece a conta que nao pode ser feita. Quando a lista esta vazia o Count vale 0, e dividir por zero nao e conta - e parada. O programa nao avisa antes: ele compila, abre, roda, e morre com DivideByZeroException na hora exata em que chega na barra.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3668573"/>
            <a:ext cx="6537960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calculadora da Aula 9 voce ja barrou uma divisao por zero com um if antes da conta. E a mesma ideia, agora com um motivo a mais: la os numeros eram double e o resultado saia estranho; aqui os numeros sao int e o programa para de vez. O divisor de uma media e sempre a quantidade de itens, e a quantidade de itens as vezes e zero.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4996739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um fato novo, e ele e desta noite: dividindo int por int, o C# joga fora o que sobra. 9 dividido por 2 da 4, e nao 4,5. Nao e arredondamento, e corte. Para uma media de caracteres isso serve, e o esperado dos testes ja conta com esse corte.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773936"/>
            <a:ext cx="4270248" cy="1565910"/>
          </a:xfrm>
          <a:prstGeom prst="roundRect">
            <a:avLst>
              <a:gd name="adj" fmla="val 3504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8936" y="19568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quantidade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88936" y="21568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88936" y="23568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88936" y="25568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88936" y="29569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quantidade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79208" y="3449574"/>
            <a:ext cx="4270248" cy="65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divisao por zero se resolve antes de acontecer, nunca depois. Numa media, o divisor e a quantidade de itens.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60920" y="4250131"/>
            <a:ext cx="4270248" cy="1325423"/>
          </a:xfrm>
          <a:prstGeom prst="roundRect">
            <a:avLst>
              <a:gd name="adj" fmla="val 2760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62088" y="4451299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2088" y="44512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01000" y="4414723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esta frase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01000" y="4670755"/>
            <a:ext cx="3401568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e soma dividida pela quantidade - e quantidade zero para o programa. Confira antes de dividir.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ESCREVE ESTA PARTE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3: MediaTamanhoSenha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 tamanho de todas as senhas e devolva a media, dividindo pela quantidade de contas. Como o retorno e int, o resto da divisao e descartado. Lista vazia devolve zero - e essa conferencia precisa vir ANTES da divisao.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673706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METODO QUE VOCE COMPLETA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966314"/>
            <a:ext cx="6537960" cy="1203960"/>
          </a:xfrm>
          <a:prstGeom prst="roundRect">
            <a:avLst>
              <a:gd name="adj" fmla="val 4557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14919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MediaTamanhoSenha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" y="335874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" y="356829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377784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353154"/>
            <a:ext cx="6537960" cy="1559966"/>
          </a:xfrm>
          <a:prstGeom prst="roundRect">
            <a:avLst>
              <a:gd name="adj" fmla="val 2345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4554322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5543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451774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07008" y="4773778"/>
            <a:ext cx="566928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duas coisas em ordem: primeiro barre a lista vazia, depois some e divida. Dividir por contas.Count com a lista vazia nao devolve zero nem devolve resposta errada: para o programa. Para medir cada senha use u.Senha.Length.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CORRETOR VAI TESTAR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73936"/>
          <a:ext cx="4270248" cy="914400"/>
        </p:xfrm>
        <a:graphic>
          <a:graphicData uri="http://schemas.openxmlformats.org/drawingml/2006/table">
            <a:tbl>
              <a:tblPr/>
              <a:tblGrid>
                <a:gridCol w="427024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testes que o corretor roda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e 4 caracteres -&gt; 8 dividido por 2 da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e 3 -&gt; 8 dividido por 2 da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e 3 e 2 -&gt; 9 dividido por 3 da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dividido por 2 da 4 e nao 5: o resto e descartado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conta so -&gt; a media e o proprio tamanho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 lista vazia -&gt; zero sem chegar perto da divisao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7379208" y="4736592"/>
            <a:ext cx="4270248" cy="105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a lista vazia: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zero e dividir por zero parece inofensivo e nao e. Sem o if na frente, a lista vazia derruba o metodo com DivideByZeroException. Todos os outros testes passam, esse trava, e o erro so aparece na hora de rodar.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CONFERENCIA QUE VEM ANTES DA DIVISAO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lista vazia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6537960" cy="828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 o unico desafio de hoje em que o erro nao devolve o numero errado: ele derruba o programa. E o mais importante da rodada 1.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2456536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GUARDA, E ELA VEM ANTES DE TUDO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749144"/>
            <a:ext cx="6537960" cy="2966085"/>
          </a:xfrm>
          <a:prstGeom prst="roundRect">
            <a:avLst>
              <a:gd name="adj" fmla="val 1850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932024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4944" y="3132049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4944" y="3332074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4944" y="3532099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4944" y="3932149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4944" y="4332199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4944" y="4532224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4944" y="4732249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4944" y="4932274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4944" y="5332324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5216" y="5898109"/>
            <a:ext cx="6537960" cy="65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licao do null: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que voce for usar alguma coisa que pode nao existir - uma divisao pela quantidade, um objeto que pode ser null - a conferencia vem ANTES do uso.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0920" y="1773936"/>
            <a:ext cx="4270248" cy="2029054"/>
          </a:xfrm>
          <a:prstGeom prst="roundRect">
            <a:avLst>
              <a:gd name="adj" fmla="val 1803"/>
            </a:avLst>
          </a:prstGeom>
          <a:solidFill>
            <a:srgbClr val="FBEBEE"/>
          </a:solidFill>
          <a:ln w="9525">
            <a:solidFill>
              <a:srgbClr val="B02A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62088" y="1975104"/>
            <a:ext cx="310896" cy="310896"/>
          </a:xfrm>
          <a:prstGeom prst="ellipse">
            <a:avLst/>
          </a:prstGeom>
          <a:solidFill>
            <a:srgbClr val="B02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01000" y="193852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DivideByZeroException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001000" y="2194560"/>
            <a:ext cx="3401568" cy="1516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zero e dividir por zero parece inofensivo, e nao e. Sem o if na frente, a lista vazia derruba o metodo - e o corretor te mostra o nome do erro em vez de um esperado x obtido.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60920" y="3985870"/>
            <a:ext cx="4270248" cy="2029054"/>
          </a:xfrm>
          <a:prstGeom prst="roundRect">
            <a:avLst>
              <a:gd name="adj" fmla="val 1803"/>
            </a:avLst>
          </a:prstGeom>
          <a:solidFill>
            <a:srgbClr val="FDF3E2"/>
          </a:solidFill>
          <a:ln w="9525">
            <a:solidFill>
              <a:srgbClr val="9C63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2088" y="4187038"/>
            <a:ext cx="310896" cy="310896"/>
          </a:xfrm>
          <a:prstGeom prst="ellipse">
            <a:avLst/>
          </a:prstGeom>
          <a:solidFill>
            <a:srgbClr val="9C6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2088" y="41870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01000" y="415046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outros testes passam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001000" y="4406494"/>
            <a:ext cx="3401568" cy="1516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que torna esta armadilha traicoeira: com contas na lista o metodo funciona perfeitamente. So o teste da lista vazia reprova. Um teste so, e ele existe por causa disto.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SEPARADOR VAI ENTRE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uma linha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77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varios pedacos num texto so e o que toda tela de lista faz. O texto comeca vazio e cresce a cada volta: texto = texto + pedaco poe o pedaco no fim do que ja estava la, e nada se perde.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2340407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nao e grudar o login. E o separador. Se voce grudar o separador depois de cada login, sobra um pendurado no fim, sem ninguem depois dele. Ontem, no Numerar, o separador ia mesmo em todos e por isso o codigo era simples. Hoje nao vai.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3434029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Count logins e Count menos 1 separadores. Tres logins levam dois separadores. Dez levam nove. Sempre um a menos, porque o separador nao acompanha um item: ele fica no espaco ENTRE dois itens, e o ultimo nao tem ninguem depois dele.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4527652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saida e mudar a pergunta. Em vez de perguntar se este e o ultimo - o que o laco nao sabe responder - pergunte se ele e o primeiro. E o proprio texto responde: se ele ainda esta vazio, ninguem entrou antes; se ja tem alguma coisa, o separador cabe.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773936"/>
            <a:ext cx="4270248" cy="2966085"/>
          </a:xfrm>
          <a:prstGeom prst="roundRect">
            <a:avLst>
              <a:gd name="adj" fmla="val 1850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8936" y="19568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88936" y="23568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88936" y="25568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88936" y="27569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88936" y="29569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88936" y="31569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+ 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88936" y="33569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88936" y="37570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88936" y="39570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88936" y="43571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indent="0" marL="0">
              <a:buNone/>
            </a:pPr>
            <a:r>
              <a:rPr lang="en-US" sz="105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"7 + 9 + 8"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79208" y="4849749"/>
            <a:ext cx="4270248" cy="65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separador entra ANTES do item, e so quando ja existe alguma coisa no texto. Repare que ele nunca aparece grudado no fim.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676138"/>
            <a:ext cx="6537960" cy="1090879"/>
          </a:xfrm>
          <a:prstGeom prst="roundRect">
            <a:avLst>
              <a:gd name="adj" fmla="val 3353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5877306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8773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07008" y="584073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esta frase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207008" y="6096762"/>
            <a:ext cx="5669280" cy="578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Count itens e Count - 1 separadores: o separador vai ENTRE, nunca depois do ultimo.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ESCREVE ESTA PARTE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4: ListarLogins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uma linha unica com os logins das contas, na ordem da lista, separados por espaco barra espaco: os logins ana e bruno viram o texto ana / bruno. Nao pode sobrar separador depois do ultimo nem antes do primeiro. Lista vazia devolve texto vazio.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673706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METODO QUE VOCE COMPLETA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966314"/>
            <a:ext cx="6537960" cy="1203960"/>
          </a:xfrm>
          <a:prstGeom prst="roundRect">
            <a:avLst>
              <a:gd name="adj" fmla="val 4557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14919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ListarLogins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" y="335874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" y="356829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377784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353154"/>
            <a:ext cx="6537960" cy="1794510"/>
          </a:xfrm>
          <a:prstGeom prst="roundRect">
            <a:avLst>
              <a:gd name="adj" fmla="val 2038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4554322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5543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451774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07008" y="4773778"/>
            <a:ext cx="5669280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um texto vazio e va grudando um login por volta. Antes de grudar, pergunte se o texto ja tem alguma coisa dentro: se tiver, e porque este nao e o primeiro, e ai o separador entra. Compare o texto com aspas vazias. Da para resolver com foreach ou com for - as duas valem.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CORRETOR VAI TESTAR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73936"/>
          <a:ext cx="4270248" cy="914400"/>
        </p:xfrm>
        <a:graphic>
          <a:graphicData uri="http://schemas.openxmlformats.org/drawingml/2006/table">
            <a:tbl>
              <a:tblPr/>
              <a:tblGrid>
                <a:gridCol w="427024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testes que o corretor roda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dois logins -&gt; um separador so e nenhum no fim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login sozinho -&gt; separador nenhum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logins -&gt; dois separadores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quatro logins -&gt; tres separadores e a ordem e a da lista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 lista vazia -&gt; texto vazio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7379208" y="4334256"/>
            <a:ext cx="4270248" cy="125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separador que sobra no fim: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Grudar a barra depois de cada login e o jeito automatico, e e o jeito errado hoje: sobra uma barra solta no fim da linha. Com tres contas quase ninguem percebe. Com uma conta so o erro fica gritante, e o teste de uma conta so existe exatamente para isso.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O MELHOR ATE AGORA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nome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976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 achar uma conta que voce ja sabe qual e. Escolher o maior e diferente: nenhuma conta sozinha responde a pergunta, porque so da para saber quem e o maior depois de ver todas. Ainda assim o metodo tem que decidir volta a volta, sem guardar a lista inteira.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540203"/>
            <a:ext cx="653796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solucao e uma variavel que segura o melhor ATE AGORA. Ela comeca valendo null, que aqui quer dizer ainda nao vi ninguem. A cada volta voce compara a conta da vez com esse campeao parcial e, se a nova for melhor, ela toma o lugar. No fim do laco, o melhor ate agora virou simplesmente o melhor.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3824935"/>
            <a:ext cx="6537960" cy="1428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volta e o ponto delicado. O campeao ainda e null, e null nao tem Nome nenhum para medir. Por isso a condicao tem duas partes ligadas por ||: ou o campeao esta vazio, e ai qualquer conta serve, ou o nome da conta da vez e maior. O C# olha o lado esquerdo primeiro e, quando ele ja e verdadeiro, nem chega a olhar o lado direito - e e isso que protege a primeira volta.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5335524"/>
            <a:ext cx="653796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essa guarda faltar, o programa para com NullReferenceException e a tela vai falar em return null e em new que faltou. Nao e nada disso: o defeito e a guarda ausente. E o empate e decidido pelo sinal que voce escolher - com &gt; o primeiro empatado fica, com &gt;= o ultimo assume. Sao duas regras diferentes, e o enunciado e que manda.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773936"/>
            <a:ext cx="4270248" cy="2566035"/>
          </a:xfrm>
          <a:prstGeom prst="roundRect">
            <a:avLst>
              <a:gd name="adj" fmla="val 2138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8936" y="19568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88936" y="23568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88936" y="25568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88936" y="27569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88936" y="29569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88936" y="31569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88936" y="33569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88936" y="35570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88936" y="39570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79208" y="4449699"/>
            <a:ext cx="4270248" cy="8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campeao nasce antes do laco e so troca quando aparece alguem maior. Aqui ele pode nascer valendo zero. Quando o campeao e um objeto, ele nasce valendo null - e ai o primeiro if precisa tomar cuidado.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60920" y="5450053"/>
            <a:ext cx="4270248" cy="1325423"/>
          </a:xfrm>
          <a:prstGeom prst="roundRect">
            <a:avLst>
              <a:gd name="adj" fmla="val 2760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62088" y="5651221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62088" y="56512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01000" y="5614645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esta frase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001000" y="5870677"/>
            <a:ext cx="3401568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Campeao parcial: comeca em null, so troca quando aparece alguem melhor, e empate nao troca.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ESCREVE ESTA PARTE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5: NomeMaisLongo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Percorra as contas e devolva aquela cujo NOME tem mais caracteres. Se duas empatarem no tamanho, devolva a primeira das duas. Lista vazia devolve null.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430475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METODO QUE VOCE COMPLETA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723083"/>
            <a:ext cx="6537960" cy="1203960"/>
          </a:xfrm>
          <a:prstGeom prst="roundRect">
            <a:avLst>
              <a:gd name="adj" fmla="val 4557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905963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NomeMaisLongo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" y="3115513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" y="3325063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3534613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109923"/>
            <a:ext cx="6537960" cy="1559966"/>
          </a:xfrm>
          <a:prstGeom prst="roundRect">
            <a:avLst>
              <a:gd name="adj" fmla="val 2345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4311091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3110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4274515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07008" y="4530547"/>
            <a:ext cx="566928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laco, crie uma variavel Usuario valendo null para segurar o campeao. A cada volta, troque o campeao so se a conta da vez for melhor. E cuidado na primeira volta: nao da para medir o nome de um campeao que ainda nao existe.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CORRETOR VAI TESTAR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73936"/>
          <a:ext cx="4270248" cy="914400"/>
        </p:xfrm>
        <a:graphic>
          <a:graphicData uri="http://schemas.openxmlformats.org/drawingml/2006/table">
            <a:tbl>
              <a:tblPr/>
              <a:tblGrid>
                <a:gridCol w="427024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testes que o corretor roda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maior e o SEGUNDO -&gt; quem devolve na primeira volta erra aqui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maior e o PRIMEIRO -&gt; quem devolve sempre o ultimo erra aqui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maior esta no meio -&gt; o campeao troca uma vez 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empate de 3 com 3 -&gt; fica a primeira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empate de 4 com 4 no fim -&gt; continua valendo a primeira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 lista vazia -&gt; null e o foreach nao entra nenhuma vez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7379208" y="4736592"/>
            <a:ext cx="4270248" cy="105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campeao comeca vazio: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direto com campeao.Nome.Length na primeira volta estoura o programa com NullReferenceException, porque nesse instante o campeao ainda e null. Nao ha erro de compilacao: o aplicativo abre, roda, e para na primeira conta.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COMECAR EM NULL, E DEVOLVER NULL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melhor ate agora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6537960" cy="828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o maior, o menor, o mais longo: e sempre a mesma forma. Um campeao parcial que comeca vazio e so troca quando aparece alguem melhor.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2456536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749144"/>
            <a:ext cx="6537960" cy="2766060"/>
          </a:xfrm>
          <a:prstGeom prst="roundRect">
            <a:avLst>
              <a:gd name="adj" fmla="val 1983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932024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campeao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4944" y="3332074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4944" y="3532099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4944" y="3732124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campeao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4944" y="3932149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campeao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4944" y="4132174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4944" y="4332199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campeao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4944" y="4532224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4944" y="4732249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4944" y="5132299"/>
            <a:ext cx="6281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campeao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5216" y="5698084"/>
            <a:ext cx="6537960" cy="454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empate nao troca: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e ficar com o primeiro. Por isso o sinal e &gt; e nao &gt;=: com &gt;=, o segundo de mesmo tamanho tomaria o lugar do primeiro.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ERROS CLASSICOS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0920" y="1773936"/>
            <a:ext cx="4270248" cy="1794510"/>
          </a:xfrm>
          <a:prstGeom prst="roundRect">
            <a:avLst>
              <a:gd name="adj" fmla="val 2038"/>
            </a:avLst>
          </a:prstGeom>
          <a:solidFill>
            <a:srgbClr val="FBEBEE"/>
          </a:solidFill>
          <a:ln w="9525">
            <a:solidFill>
              <a:srgbClr val="B02A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62088" y="1975104"/>
            <a:ext cx="310896" cy="310896"/>
          </a:xfrm>
          <a:prstGeom prst="ellipse">
            <a:avLst/>
          </a:prstGeom>
          <a:solidFill>
            <a:srgbClr val="B02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01000" y="193852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Comecar com contas[0]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001000" y="2194560"/>
            <a:ext cx="3401568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em tudo, e quebra so na lista vazia: contas[0] nao existe la. O campeao comeca em null justamente para nao precisar de nenhuma conta para nascer.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60920" y="3751326"/>
            <a:ext cx="4270248" cy="1794510"/>
          </a:xfrm>
          <a:prstGeom prst="roundRect">
            <a:avLst>
              <a:gd name="adj" fmla="val 2038"/>
            </a:avLst>
          </a:prstGeom>
          <a:solidFill>
            <a:srgbClr val="FBEBEE"/>
          </a:solidFill>
          <a:ln w="9525">
            <a:solidFill>
              <a:srgbClr val="B02A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2088" y="3952494"/>
            <a:ext cx="310896" cy="310896"/>
          </a:xfrm>
          <a:prstGeom prst="ellipse">
            <a:avLst/>
          </a:prstGeom>
          <a:solidFill>
            <a:srgbClr val="B02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2088" y="39524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01000" y="391591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antes de conferir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001000" y="4171950"/>
            <a:ext cx="3401568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campeao == null nao vier PRIMEIRO no if, a primeira volta ja estoura com NullReferenceException - o programa tenta ler o Nome de um objeto que nao existe.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D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8B5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896112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13258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Rodada 2 - um degrau acima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224528" y="2468880"/>
            <a:ext cx="7406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contas - uma cadeia de if sobre o Count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contrario - o for que anda para tras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vizinho - comparar com o item anterior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posicao na fila - um while com dois motivos de parar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- duas listas ao mesmo tempo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CADEIA DE IF SOBRE O COUNT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contas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77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barra de status do mural precisa dizer, em uma frase, o tamanho da turma. Nao ha laco nenhum neste desafio: a lista ja sabe quantas contas tem, e quem responde isso e o Count, sem parenteses.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2340407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existe aqui e decisao. Sao tres frases diferentes para tres situacoes diferentes, e a ferramenta e a cadeia de if que voce escreveu no porteiro: o primeiro if que der certo responde, e o metodo acaba ali mesmo, porque o return sai do metodo inteiro.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3434029"/>
            <a:ext cx="6537960" cy="77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importa. Comece pelos casos exatos - nenhuma conta, uma conta - e deixe o caso geral por ultimo, sem if nenhum. Se o caso geral vier na frente, ele responde por todos e os outros dois nunca rodam.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4293108"/>
            <a:ext cx="6537960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repare na diferenca entre zero e um. Zero contas nao e um numero pequeno de contas: e turma nenhuma, e merece outra frase. Uma conta pede singular. Duas ou mais pedem plural. Quem escreve so a frase do plural mostra 1 contas cadastradas para o primeiro aluno que entrar.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773936"/>
            <a:ext cx="4270248" cy="2566035"/>
          </a:xfrm>
          <a:prstGeom prst="roundRect">
            <a:avLst>
              <a:gd name="adj" fmla="val 2138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8936" y="19568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faltas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88936" y="21568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88936" y="23568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"Nenhuma falta."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88936" y="25568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88936" y="29569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faltas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88936" y="31569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88936" y="33569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 falta."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88936" y="35570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88936" y="39570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faltas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faltas."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79208" y="4449699"/>
            <a:ext cx="4270248" cy="65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casos exatos vem primeiro. O caso geral fica por ultimo e nao precisa de if - se chegou ali e porque nenhum dos outros serviu.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60920" y="5250256"/>
            <a:ext cx="4270248" cy="1325423"/>
          </a:xfrm>
          <a:prstGeom prst="roundRect">
            <a:avLst>
              <a:gd name="adj" fmla="val 2760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62088" y="5451424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62088" y="5451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01000" y="541484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esta frase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001000" y="5670880"/>
            <a:ext cx="3401568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responde quantas. A cadeia de if decide a frase - zero, um e muitos sao tres casos, nao um.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ESCREVE ESTA PARTE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6: ResumoDaTurma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Devolva a frase que a barra de status do Conecta mostra. Lista vazia devolve Nenhuma conta cadastrada. Uma conta devolve 1 conta cadastrada. Duas ou mais devolvem o numero seguido de um espaco e da palavra contas cadastradas. As tres frases terminam com ponto final.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916936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METODO QUE VOCE COMPLETA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209544"/>
            <a:ext cx="6537960" cy="1203960"/>
          </a:xfrm>
          <a:prstGeom prst="roundRect">
            <a:avLst>
              <a:gd name="adj" fmla="val 4557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39242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ResumoDaTurma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" y="360197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" y="381152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402107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596384"/>
            <a:ext cx="6537960" cy="1325423"/>
          </a:xfrm>
          <a:prstGeom prst="roundRect">
            <a:avLst>
              <a:gd name="adj" fmla="val 2760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4797552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79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476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07008" y="5017008"/>
            <a:ext cx="5669280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contas.Count e uma cadeia de if. Nao precisa de laco nenhum. Cuide dos tres casos nesta ordem: zero, um, e todo o resto - e o resto nao precisa de if.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CORRETOR VAI TESTAR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73936"/>
          <a:ext cx="4270248" cy="914400"/>
        </p:xfrm>
        <a:graphic>
          <a:graphicData uri="http://schemas.openxmlformats.org/drawingml/2006/table">
            <a:tbl>
              <a:tblPr/>
              <a:tblGrid>
                <a:gridCol w="427024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testes que o corretor roda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 lista vazia -&gt; a frase do zero e nao o numero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conta so -&gt; singular e sem o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duas contas -&gt; o numero entra na frase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contas -&gt; o Count responde sozinho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quatro contas -&gt; nada de numero fixo no codigo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7379208" y="4334256"/>
            <a:ext cx="4270248" cy="125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plural que serve para tudo: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so o numero seguido de contas cadastradas parece cobrir os tres casos e nao cobre os dois primeiros: a lista vazia vira 0 contas cadastradas e a primeira conta vira 1 contas cadastradas. Sao os dois testes mais curtos que denunciam.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 QUE ANDA PARA TRAS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 contrario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guarda as contas na ordem em que elas chegaram. A tela quase nunca quer essa ordem: em mural, feed e historico o mais novo vai em cima. Ninguem precisa mexer na lista para isso - basta ler ela de tras para frente.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2574950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 tem tres partes e nenhuma delas obriga a andar para frente. Onde comeca vira a ultima posicao. Quanto anda vira i--, que tira um a cada volta e e novidade desta noite. E ate quando continua vira uma comparacao invertida: enquanto i for maior ou igual a zero.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3668573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numeros das pontas sao os que derrubam a turma. A ultima posicao e Count - 1, e nao Count, porque Count e a quantidade e as posicoes comecam em 0. E a parada e i &gt;= 0, nao i &gt; 0, porque a posicao 0 e a primeira conta da lista e ela tambem tem que aparecer.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4762195"/>
            <a:ext cx="6537960" cy="77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resto e o de sempre: contas[i] com colchetes para pegar a conta daquela posicao, e o texto crescendo com o +. Repare que a lista nao muda de ordem em lugar nenhum. Voce mudou so a ordem da leitura.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773936"/>
            <a:ext cx="4270248" cy="1965960"/>
          </a:xfrm>
          <a:prstGeom prst="roundRect">
            <a:avLst>
              <a:gd name="adj" fmla="val 2791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8936" y="19568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88936" y="23568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88936" y="25568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88936" y="27569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 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88936" y="29569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88936" y="33569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indent="0" marL="0">
              <a:buNone/>
            </a:pPr>
            <a:r>
              <a:rPr lang="en-US" sz="105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"5... 4... 3... 2... 1... 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79208" y="3849624"/>
            <a:ext cx="4270248" cy="65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partes trocadas de lado: comeca no maior, anda com i-- e para quando passa do menor. Numa lista, o maior e Count - 1 e o menor e 0.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60920" y="4650181"/>
            <a:ext cx="4270248" cy="1325423"/>
          </a:xfrm>
          <a:prstGeom prst="roundRect">
            <a:avLst>
              <a:gd name="adj" fmla="val 2760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62088" y="4851349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48513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01000" y="4814773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esta frase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001000" y="5070805"/>
            <a:ext cx="3401568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tras para frente: comeca em Count - 1, continua enquanto i &gt;= 0, e anda com i--.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ESCREVE ESTA PARTE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7: Inverter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mural, a conta que chegou por ultimo aparece em cima. Monte o texto com os nomes na ordem inversa da lista, comecando pela ultima conta. Cada nome vem seguido de espaco, sinal de maior e espaco - inclusive o ultimo, igual ao Numerar de ontem. Lista vazia devolve texto vazio.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916936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METODO QUE VOCE COMPLETA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209544"/>
            <a:ext cx="6537960" cy="1203960"/>
          </a:xfrm>
          <a:prstGeom prst="roundRect">
            <a:avLst>
              <a:gd name="adj" fmla="val 4557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39242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Inverter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" y="360197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" y="381152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402107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596384"/>
            <a:ext cx="6537960" cy="1794510"/>
          </a:xfrm>
          <a:prstGeom prst="roundRect">
            <a:avLst>
              <a:gd name="adj" fmla="val 2038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4797552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79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476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07008" y="5017008"/>
            <a:ext cx="5669280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um for com as tres partes trocadas de lado: comece na ultima posicao, ande para tras com i-- e continue enquanto ainda houver posicao valida. A ultima posicao e Count - 1, e a posicao 0 ainda faz parte do passeio. Confira o espaco depois do sinal de maior.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CORRETOR VAI TESTAR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73936"/>
          <a:ext cx="4270248" cy="914400"/>
        </p:xfrm>
        <a:graphic>
          <a:graphicData uri="http://schemas.openxmlformats.org/drawingml/2006/table">
            <a:tbl>
              <a:tblPr/>
              <a:tblGrid>
                <a:gridCol w="427024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testes que o corretor roda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duas contas -&gt; a segunda vem primeiro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contas -&gt; a ordem inteira de tras para frente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conta so -&gt; ela aparece e aqui o i &gt; 0 quebra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quatro contas -&gt; nenhuma pode faltar nas pontas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 lista vazia -&gt; texto vazio e o for nao roda nenhuma vez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7360920" y="4334256"/>
            <a:ext cx="4270248" cy="2263597"/>
          </a:xfrm>
          <a:prstGeom prst="roundRect">
            <a:avLst>
              <a:gd name="adj" fmla="val 1616"/>
            </a:avLst>
          </a:prstGeom>
          <a:solidFill>
            <a:srgbClr val="FDF3E2"/>
          </a:solidFill>
          <a:ln w="9525">
            <a:solidFill>
              <a:srgbClr val="9C63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62088" y="4535424"/>
            <a:ext cx="310896" cy="310896"/>
          </a:xfrm>
          <a:prstGeom prst="ellipse">
            <a:avLst/>
          </a:prstGeom>
          <a:solidFill>
            <a:srgbClr val="9C6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6208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001000" y="449884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antes da posicao 0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8001000" y="4754880"/>
            <a:ext cx="3401568" cy="1751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i &gt; 0 em vez de i &gt;= 0 faz o laco parar uma volta cedo demais, e a primeira conta da lista nunca e escrita. Com muitas contas o erro se esconde no meio do texto. Com uma conta so, o metodo devolve nada.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FOR, FOREACH E WHILE FAZEM A MESMA COISA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o laco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6537960" cy="828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tres percorrem uma lista. A diferenca nao e o que eles fazem: e o que eles te dao de graca enquanto fazem. Escolher e uma decisao, e nao um habito.</a:t>
            </a:r>
            <a:endParaRPr lang="en-US" sz="14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474824"/>
          <a:ext cx="6537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29184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cai hoje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 preciso da posicao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Desafios 1, 3, 5,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Preciso saber em QUE posicao estou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Desafios 7, 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 sei quantas voltas vou dar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Desafio 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504792"/>
            <a:ext cx="6537960" cy="1325423"/>
          </a:xfrm>
          <a:prstGeom prst="roundRect">
            <a:avLst>
              <a:gd name="adj" fmla="val 2760"/>
            </a:avLst>
          </a:prstGeom>
          <a:solidFill>
            <a:srgbClr val="F4F1F9"/>
          </a:solidFill>
          <a:ln w="9525">
            <a:solidFill>
              <a:srgbClr val="5C2D9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" y="4705960"/>
            <a:ext cx="310896" cy="310896"/>
          </a:xfrm>
          <a:prstGeom prst="ellipse">
            <a:avLst/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470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07008" y="466938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foreach nao sabe onde esta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207008" y="4925416"/>
            <a:ext cx="5669280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te entrega o item, e nao o indice. Quando a pergunta e em que POSICAO o item esta, ou qual e o item ANTERIOR, o foreach nao serve - e isso e o desafio 8.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85216" y="6013094"/>
            <a:ext cx="6537960" cy="454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passo, no while: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while sem a linha que muda a condicao nunca termina. O programa espera 2 segundos, desiste e avisa.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 QUE ANDA PARA TRAS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60920" y="1773936"/>
            <a:ext cx="4270248" cy="1565910"/>
          </a:xfrm>
          <a:prstGeom prst="roundRect">
            <a:avLst>
              <a:gd name="adj" fmla="val 3504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88936" y="19568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488936" y="21568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88936" y="23568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488936" y="25568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488936" y="27569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contas[i]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488936" y="29569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60920" y="3486150"/>
            <a:ext cx="4270248" cy="1559966"/>
          </a:xfrm>
          <a:prstGeom prst="roundRect">
            <a:avLst>
              <a:gd name="adj" fmla="val 2345"/>
            </a:avLst>
          </a:prstGeom>
          <a:solidFill>
            <a:srgbClr val="FBEBEE"/>
          </a:solidFill>
          <a:ln w="9525">
            <a:solidFill>
              <a:srgbClr val="B02A3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62088" y="3687318"/>
            <a:ext cx="310896" cy="310896"/>
          </a:xfrm>
          <a:prstGeom prst="ellipse">
            <a:avLst/>
          </a:prstGeom>
          <a:solidFill>
            <a:srgbClr val="B02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62088" y="368731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001000" y="365074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- 1, e nao Count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8001000" y="3906774"/>
            <a:ext cx="3401568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de 3 tem as posicoes 0, 1 e 2. Comecar em Count ja e uma posicao que nao existe, e o programa estoura na primeira volta.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 O ITEM ANTERIOR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vizinho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agora todo laco olhava uma conta por vez e comparava com alguma coisa que veio de fora: um login digitado, um Id procurado. Aqui a comparacao e entre dois itens da propria lista, e isso muda a ferramenta.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2574950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foreach entrega uma conta de cada vez e nao guarda a anterior. Com o for voce tem o i, e com o i voce tem duas contas na mao na mesma volta: contas[i] e contas[i - 1]. Sempre com colchetes, e sempre lembrando que contas[0] e a primeira.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3668573"/>
            <a:ext cx="6537960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aparece a pergunta que decide o desafio: onde o i comeca? A primeira conta da lista nao tem vizinha de tras. Se o i comecar em 0, a primeira volta ja pede a posicao menos um, que nao existe, e o programa para. Comecando em 1, o primeiro par comparado e o segundo com o primeiro, que e exatamente o que voce quer.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4996739"/>
            <a:ext cx="6537960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resto e o desenho de sempre: achou, sai de dentro com o return; nao achou, o texto vazio so sai depois que o laco terminar. E repare que a lista vazia e a lista com uma conta so resolvem sozinhas, porque com o i comecando em 1 a condicao ja nasce falsa e o corpo nao roda nenhuma vez.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773936"/>
            <a:ext cx="4270248" cy="2165985"/>
          </a:xfrm>
          <a:prstGeom prst="roundRect">
            <a:avLst>
              <a:gd name="adj" fmla="val 2533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8936" y="19568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88936" y="21568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88936" y="23568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88936" y="25568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88936" y="27569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"fora de ordem"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88936" y="29569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88936" y="31569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88936" y="35570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9C2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 ordem"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79208" y="4049649"/>
            <a:ext cx="4270248" cy="8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 comeca em 1, e nao em 0, porque a primeira posicao nao tem ninguem atras dela. Este exemplo compara tamanho de numero; o seu desafio compara texto com o sinal de igualdade.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60920" y="5050003"/>
            <a:ext cx="4270248" cy="1325423"/>
          </a:xfrm>
          <a:prstGeom prst="roundRect">
            <a:avLst>
              <a:gd name="adj" fmla="val 2760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62088" y="5251171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62088" y="525117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01000" y="5214595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esta frase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001000" y="5470627"/>
            <a:ext cx="3401568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 do item anterior? for com indice comecando em 1 comparando contas[i] com contas[i - 1].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ESCREVE ESTA PARTE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8: LoginIgualAoAnterior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chegou de uma importacao e pode ter vindo com duas contas SEGUIDAS usando o mesmo login. Percorra com indice e devolva o primeiro login que for igual ao da conta da posicao anterior. Login repetido longe nao vale: so conta quem esta colado. Se nao houver nenhum, devolva texto vazio.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916936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METODO QUE VOCE COMPLETA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209544"/>
            <a:ext cx="6537960" cy="1203960"/>
          </a:xfrm>
          <a:prstGeom prst="roundRect">
            <a:avLst>
              <a:gd name="adj" fmla="val 4557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39242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LoginIgualAoAnterior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" y="360197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" y="381152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402107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596384"/>
            <a:ext cx="6537960" cy="1794510"/>
          </a:xfrm>
          <a:prstGeom prst="roundRect">
            <a:avLst>
              <a:gd name="adj" fmla="val 2038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4797552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79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476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07008" y="5017008"/>
            <a:ext cx="5669280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o foreach nao serve: voce precisa de duas contas ao mesmo tempo, a de agora e a de tras. Com indice isso e contas[i] e contas[i - 1]. Pense em qual valor o i pode ter na primeira volta, porque a primeira conta da lista nao tem ninguem atras dela.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CORRETOR VAI TESTAR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73936"/>
          <a:ext cx="4270248" cy="914400"/>
        </p:xfrm>
        <a:graphic>
          <a:graphicData uri="http://schemas.openxmlformats.org/drawingml/2006/table">
            <a:tbl>
              <a:tblPr/>
              <a:tblGrid>
                <a:gridCol w="427024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testes que o corretor roda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segunda repete o login da primeira -&gt; devolve ana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par repetido esta no fim -&gt; o laco precisa chegar 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par repetido esta no meio de quatro contas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logins iguais -&gt; vale o primeiro par e o return sai do laco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 repete mas NAO e vizinha -&gt; aqui so vale quem esta colado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conta so -&gt; ela nao tem vizinha de tras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 lista vazia -&gt; o for nem comeca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7379208" y="5138928"/>
            <a:ext cx="4270248" cy="105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comecar o for em zero: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i comecando em 0, a primeira volta pede a posicao menos um, que nao existe, e o programa para na hora com erro de indice. Nao e erro de compilacao: compila, roda, e estoura logo no primeiro teste.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WHILE COM DOIS MOTIVOS DE PARAR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posicao na fila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77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o while apareceu quando ninguem sabia quantas tentativas seriam necessarias. Hoje ele volta com uma novidade: o laco anda sobre a lista e pode terminar por dois motivos completamente diferentes.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2340407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motivo e a lista acabar. O segundo e voce ter achado o que procurava. Os dois viram uma condicao so, ligada por &amp;&amp;: continue enquanto ainda tiver lista pela frente E enquanto ainda nao tiver achado. Basta um dos dois falhar para o laco parar.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3434029"/>
            <a:ext cx="6537960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Esquecer uma das metades da problemas diferentes, e nenhum deles e erro de compilacao. Sem o teste da lista, o indice passa do fim e o programa estoura ao pedir uma posicao que nao existe. Sem o teste de ja achei, o laco continua depois de encontrar e vai guardando as posicoes seguintes por cima, devolvendo a ultima em vez da primeira.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4762195"/>
            <a:ext cx="6537960" cy="101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 novo a diferenca entre posicao e numero na tela. contas[0] e a primeira conta, mas ninguem diz que entrou em zero lugar na fila. Por isso a resposta e i + 1, e o 0 fica reservado para dizer nao achei - um valor que nenhuma posicao de verdade usa.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773936"/>
            <a:ext cx="4270248" cy="2366010"/>
          </a:xfrm>
          <a:prstGeom prst="roundRect">
            <a:avLst>
              <a:gd name="adj" fmla="val 2319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8936" y="19568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88936" y="21568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88936" y="25568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88936" y="27569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88936" y="29569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88936" y="31569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88936" y="33569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88936" y="37570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79208" y="4249674"/>
            <a:ext cx="4270248" cy="65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motivos para parar: a lista acabou ou o objetivo foi atingido. Tire a primeira metade e o programa estoura ao passar do fim da lista.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60920" y="5050231"/>
            <a:ext cx="4270248" cy="1325423"/>
          </a:xfrm>
          <a:prstGeom prst="roundRect">
            <a:avLst>
              <a:gd name="adj" fmla="val 2760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62088" y="5251399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62088" y="52513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01000" y="5214823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esta frase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001000" y="5470855"/>
            <a:ext cx="3401568" cy="81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que percorre lista para por dois motivos: a lista acabou ou eu achei. Os dois no mesmo &amp;&amp;.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ESCREVE ESTA PARTE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9: PosicaoDoLogin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Descubra em que lugar da fila esta a conta daquele login, contando a partir de 1: a primeira da lista e a posicao 1. Se o login nao estiver na lista, devolva 0. Use while, e faca o laco parar por dois motivos: a lista acabou, ou voce ja achou.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673706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METODO QUE VOCE COMPLETA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966314"/>
            <a:ext cx="6537960" cy="1413510"/>
          </a:xfrm>
          <a:prstGeom prst="roundRect">
            <a:avLst>
              <a:gd name="adj" fmla="val 3881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14919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PosicaoDoLogin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" y="335874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" y="356829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377784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" y="398739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562704"/>
            <a:ext cx="6537960" cy="2029054"/>
          </a:xfrm>
          <a:prstGeom prst="roundRect">
            <a:avLst>
              <a:gd name="adj" fmla="val 1803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" y="4763872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4763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7008" y="472729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07008" y="4983328"/>
            <a:ext cx="5669280" cy="1516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laco: um indice comecando em 0 e a resposta comecando em 0. A condicao do while tem duas partes ligadas por &amp;&amp;. Dentro do corpo, o if guarda a posicao e o indice anda uma casa - e o i = i + 1 tem que acontecer em TODA volta, senao o laco nunca termina e o aplicativo avisa que o desafio ficou preso.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CORRETOR VAI TESTAR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73936"/>
          <a:ext cx="4270248" cy="914400"/>
        </p:xfrm>
        <a:graphic>
          <a:graphicData uri="http://schemas.openxmlformats.org/drawingml/2006/table">
            <a:tbl>
              <a:tblPr/>
              <a:tblGrid>
                <a:gridCol w="427024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testes que o corretor roda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primeira da fila e a posicao 1 e nao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segunda -&gt; o laco precisa dar mais uma volta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ultima -&gt; o laco anda ate o fim da lista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quatro contas -&gt; a quarta responde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duas contas com o mesmo login -&gt; vale a PRIMEIRA e o laco para ali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que nao existe -&gt; 0 e sem estourar ao passar do fim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 lista vazia -&gt; o while nao entra nenhuma vez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7379208" y="5138928"/>
            <a:ext cx="4270248" cy="125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metade da condicao: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while olhando so para ja achei, o indice continua andando quando o login nao existe, passa do fim da lista e o programa para com erro de indice. Com o while olhando so para o tamanho da lista, nao estoura nada, mas a resposta vira a ultima ocorrencia em vez da primeira.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LISTAS AO MESMO TEMPO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 o desafio que junta tudo. Duas listas, um filtro, um contador e a lista crescendo enquanto o laco roda. Cada peca voce ja usou sozinha; hoje elas aparecem na mesma tela.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262226"/>
            <a:ext cx="6537960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separando os papeis. A lista chegando e so leitura: voce passa por ela do comeco ao fim e nao mexe em nada. A lista contas e o destino: e nela que voce acrescenta. Confundir as duas troca o sentido do metodo inteiro.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3043123"/>
            <a:ext cx="6537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filtro decide quem entra. Ajuda.LoginEmUso ja responde se um login esta ocupado - ele nao e codigo seu, ja esta pronto. A pergunta que voce precisa fazer e a contraria: entra quem NAO estiver em uso. Escreva Ajuda.LoginEmUso(contas, u.Login) == false, que se le e falso. E repare que a pergunta e sempre sobre a lista contas, que e onde os logins de verdade moram.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4240987"/>
            <a:ext cx="6537960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aqui esta a virada: a lista contas muda de tamanho a cada conta que entra, e as duas coisas que dependem dela mudam junto. O Id da proxima conta e a quantidade de agora mais um, calculada na hora, dentro do laco. E o proprio filtro fica mais esperto sozinho: se duas contas da mesma remessa pedirem o mesmo login, a primeira entra, e ai o login passa a estar em uso e a segunda e barrada.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5647334"/>
            <a:ext cx="6537960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tranquilidade: acrescentar em contas enquanto o foreach percorre chegando e seguro. O que estourava no desafio Remover de ontem era mexer na MESMA lista que o foreach estava percorrendo. Aqui sao duas listas diferentes.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1773936"/>
            <a:ext cx="4270248" cy="2766060"/>
          </a:xfrm>
          <a:prstGeom prst="roundRect">
            <a:avLst>
              <a:gd name="adj" fmla="val 1983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88936" y="19568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levados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88936" y="23568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carrinho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88936" y="25568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88936" y="27569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88936" y="29569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88936" y="315696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sacola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88936" y="33569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levados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levados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8A4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88936" y="3557016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88936" y="375704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88936" y="4157091"/>
            <a:ext cx="4014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levados</a:t>
            </a:r>
            <a:pPr indent="0" marL="0">
              <a:buNone/>
            </a:pPr>
            <a:r>
              <a:rPr lang="en-US" sz="105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79208" y="4649724"/>
            <a:ext cx="4270248" cy="8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e percorrida, a outra recebe. So passa quem o if deixa, e o contador anda junto com o Add. No seu desafio o filtro nao e um preco: e uma pergunta feita a lista de destino.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79208" y="5650078"/>
            <a:ext cx="4270248" cy="65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esta frase: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se percorre, a outra recebe. O Count muda a cada Add, entao leia o Count na hora de usar.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13232" cy="71323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81328" y="42976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ESCREVE ESTA PARTE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481328" y="685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10: Importar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6537960" cy="153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Chegou uma remessa de contas novas para entrar no Conecta. Percorra a lista chegando e, para cada conta cujo login ainda nao estiver em uso, de a ela o proximo Id (a quantidade de contas mais um), acrescente na lista contas e conte. Devolva quantas entraram de verdade. Para saber se um login esta ocupado use Ajuda.LoginEmUso(contas, login).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3160166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METODO QUE VOCE COMPLETA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452774"/>
            <a:ext cx="6537960" cy="1413510"/>
          </a:xfrm>
          <a:prstGeom prst="roundRect">
            <a:avLst>
              <a:gd name="adj" fmla="val 3881"/>
            </a:avLst>
          </a:prstGeom>
          <a:solidFill>
            <a:srgbClr val="F5F2FA"/>
          </a:solidFill>
          <a:ln w="9525">
            <a:solidFill>
              <a:srgbClr val="D8C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63565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8A6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Importar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" y="384520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1C6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chegando</a:t>
            </a:r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" y="405475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426430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buNone/>
            </a:pPr>
            <a:r>
              <a:rPr lang="en-US" sz="1100" dirty="0">
                <a:solidFill>
                  <a:srgbClr val="4A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" y="4473854"/>
            <a:ext cx="6281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" y="5049164"/>
            <a:ext cx="6537960" cy="8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dica: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laco percorre chegando, mas quem cresce e contas: sao duas listas com papeis diferentes. Para perguntar se NAO esta em uso, compare o resultado com false. E calcule o Id dentro do laco, na hora de usar: a lista muda de tamanho a cada conta que entra.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60920" y="148132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CORRETOR VAI TESTAR</a:t>
            </a:r>
            <a:endParaRPr lang="en-US" sz="11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73936"/>
          <a:ext cx="4270248" cy="914400"/>
        </p:xfrm>
        <a:graphic>
          <a:graphicData uri="http://schemas.openxmlformats.org/drawingml/2006/table">
            <a:tbl>
              <a:tblPr/>
              <a:tblGrid>
                <a:gridCol w="427024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testes que o corretor roda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chegando com login livre -&gt; entra e recebe o Id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login ana ja esta em uso -&gt; nao entra ninguem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duas entram -&gt; Id 2 e Id 3 e nao o mesmo numero duas vezes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duas chegando com o MESMO login -&gt; so a primeira entra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 lista de destino vazia -&gt; a primeira entra com Id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 remessa vazia -&gt; nada entra e nada e alterado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7379208" y="4736592"/>
            <a:ext cx="4270248" cy="1453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 calculado antes do laco: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contas.Count + 1 numa variavel antes do foreach parece economia e e defeito. O numero congela: a primeira conta da remessa entra com o Id certo e todas as outras entram com o mesmo numero dela. Duas contas com o mesmo Id quebram a busca por Id mais tarde, e o erro so aparece la.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MECANICA DA PROVA, TESTADA HOJE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botao Enviar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6537960" cy="828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 da noite todo mundo clica em Enviar. Nao e formalidade: e o teste de carga da mecanica de amanha, com trinta maquinas e a rede do laboratorio.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2419960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VAI JUNTO</a:t>
            </a:r>
            <a:endParaRPr lang="en-US" sz="11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12568"/>
          <a:ext cx="6537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800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onde vem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seu nome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desafio 0, dentro do codigo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maquina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o professor achar o seu lugar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metodo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codigo que voce escreveu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testes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quantos passaram, de quantos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hora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voce clicou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5309464"/>
            <a:ext cx="6537960" cy="1090879"/>
          </a:xfrm>
          <a:prstGeom prst="roundRect">
            <a:avLst>
              <a:gd name="adj" fmla="val 3353"/>
            </a:avLst>
          </a:prstGeom>
          <a:solidFill>
            <a:srgbClr val="FDF3E2"/>
          </a:solidFill>
          <a:ln w="9525">
            <a:solidFill>
              <a:srgbClr val="9C63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096" y="5510632"/>
            <a:ext cx="310896" cy="310896"/>
          </a:xfrm>
          <a:prstGeom prst="ellipse">
            <a:avLst/>
          </a:prstGeom>
          <a:solidFill>
            <a:srgbClr val="9C6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551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07008" y="547405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desafio 0, nao envia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207008" y="5730088"/>
            <a:ext cx="5669280" cy="578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recusa e te leva para a aba 0. Sem o nome, a resposta enviada nao serviria para nada.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60920" y="1444752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REDE FALHAR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60920" y="1737360"/>
            <a:ext cx="4270248" cy="1794510"/>
          </a:xfrm>
          <a:prstGeom prst="roundRect">
            <a:avLst>
              <a:gd name="adj" fmla="val 2038"/>
            </a:avLst>
          </a:prstGeom>
          <a:solidFill>
            <a:srgbClr val="F4F1F9"/>
          </a:solidFill>
          <a:ln w="9525">
            <a:solidFill>
              <a:srgbClr val="5C2D9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62088" y="1938528"/>
            <a:ext cx="310896" cy="310896"/>
          </a:xfrm>
          <a:prstGeom prst="ellipse">
            <a:avLst/>
          </a:prstGeom>
          <a:solidFill>
            <a:srgbClr val="5C2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62088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001000" y="19019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vem primeiro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001000" y="2157984"/>
            <a:ext cx="3401568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tentar a rede, o programa grava um arquivo na propria maquina. Se a conexao falhar, a sua resposta JA esta salva - e a tela te diz onde.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360920" y="3714750"/>
            <a:ext cx="4270248" cy="1559966"/>
          </a:xfrm>
          <a:prstGeom prst="roundRect">
            <a:avLst>
              <a:gd name="adj" fmla="val 2345"/>
            </a:avLst>
          </a:prstGeom>
          <a:solidFill>
            <a:srgbClr val="E6F4EE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62088" y="3915918"/>
            <a:ext cx="310896" cy="310896"/>
          </a:xfrm>
          <a:prstGeom prst="ellipse">
            <a:avLst/>
          </a:prstGeom>
          <a:solidFill>
            <a:srgbClr val="0E7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62088" y="391591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001000" y="387934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ruim nao custa prova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001000" y="4135374"/>
            <a:ext cx="3401568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e a razao de o arquivo vir antes. Deu erro na tela? Chame o professor: o arquivo esta la, e sobe depois.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379208" y="5457596"/>
            <a:ext cx="4270248" cy="65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enviar de novo: </a:t>
            </a:r>
            <a:pPr indent="0" marL="0">
              <a:buNone/>
            </a:pPr>
            <a:r>
              <a:rPr lang="en-US" sz="1150" i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envio e uma linha nova, e nenhum apaga o anterior. Resolveu mais um desafio depois de enviar? Clique outra vez.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ONZE ASSUNTOS, NUMA PAGINA SO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folha de revisao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 ·  20/08/2026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48840"/>
                <a:gridCol w="8503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Guarde esta frase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e voce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metodo que devolve texto: sem parametro, sem laco, so o return.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Senhas fracas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contador nasce ANTES do laco, soma sobre ele mesmo dentro, e so e devolvido depois.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atalho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compara so igualdade. Todo case termina com break, e o default responde por todo o resto.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e soma dividida pela quantidade - e quantidade zero para o programa. Confira antes de dividir.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uma linha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Sao Count itens e Count - 1 separadores: o separador vai ENTRE, nunca depois do ultimo.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maior nome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Campeao parcial: comeca em null, so troca quando aparece alguem melhor, e empate nao troca.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Quantas contas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responde quantas. A cadeia de if decide a frase - zero, um e muitos sao tres casos, nao um.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 contrario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tras para frente: comeca em Count - 1, continua enquanto i &gt;= 0, e anda com i--.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vizinho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Preciso do item anterior? for com indice comecando em 1 comparando contas[i] com contas[i - 1].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posicao na fila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que percorre lista para por dois motivos: a lista acabou ou eu achei. Os dois no mesmo &amp;&amp;.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lista se percorre, a outra recebe. O Count muda a cada Add, entao leia o Count na hora de usar.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D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revisar em casa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66928" y="2423160"/>
            <a:ext cx="1042416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folha de revisao da pagina anterior. Sao onze frases, e cada uma resume um metodo que voce escreveu hoje. Se voce conseguir explicar as onze em voz alta, sem olhar, voce ja respondeu metade da parte oral de amanha.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3567989"/>
            <a:ext cx="1042416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tres erros que derrubam: o contador que nao acumula, a divisao sem conferir a lista vazia, e o campeao que comeca em contas[0]. Os tres passam em quase todos os testes - e e exatamente por isso que eles enganam.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4712818"/>
            <a:ext cx="1042416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decisao do laco. Preciso da posicao? for. Nao preciso? foreach. Nao sei quantas voltas? while. Amanha ninguem vai te perguntar a sintaxe: vao te perguntar por que voce escolheu aquele.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UC12  ·  20/08/2026  ·  Aula 13  ·  Simulado da prova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13 - Simulado da prova</dc:title>
  <dc:subject>PptxGenJS Presentation</dc:subject>
  <dc:creator>UC12 - Tecnico em Informatica</dc:creator>
  <cp:lastModifiedBy>UC12 - Tecnico em Informatica</cp:lastModifiedBy>
  <cp:revision>1</cp:revision>
  <dcterms:created xsi:type="dcterms:W3CDTF">2026-08-20T19:52:06Z</dcterms:created>
  <dcterms:modified xsi:type="dcterms:W3CDTF">2026-08-20T19:52:06Z</dcterms:modified>
</cp:coreProperties>
</file>